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286000"/>
            <a:ext cx="12188952" cy="2743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Réunion Atelier d'Impression &amp; Couture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Print-on-Demand — Proposition de Partenariat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Février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Agenda de la Réunion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Qui sommes-nous — We-Brand.shop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Le concept Print-on-Demand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Notre plateforme — Démo live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Ce qu'on vous propose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Stratégie de prix &amp; livraison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Politique de retour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Questions &amp; Discussion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Prochaines étapes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Qui sommes-nous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 — Marketplace Print-on-Demand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e-commerce multi-vendeurs basée en Tunisie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designers créent → Les clients achètent → L'atelier produit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stock, zéro gaspillage — on ne produit que ce qui est commandé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le digital est prêt : site, paiement, suivi, notifications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seule pièce manquante : un partenaire de production fiable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Le Marché Print-on-Demand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$8.5 Milliards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mondial POD en 2025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Croissance annuelle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Très peu de plateformes POD locales en Tunisie &amp; Afrique du Nord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Opportunité de être le premier acteur local majeur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croissante pour des produits personnalisés et uniques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Coûts de production locaux très compétitifs vs. international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Notre Plateforme est 100% Prête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731520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Fonctionnalité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e-commerce complet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Prêt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Paiement (Cash on Delivery + Passerelles)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Prêt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Tableau de bord Printer / Manufacturing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Prêt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d'attente d'impression (Print Queue)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Prêt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Suivi de production en temps réel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Prêt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Génération d'étiquettes d'expédition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Prêt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 des capacités &amp; contrôle qualité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Prêt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 mobile-friendly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Prêt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Flux de Production — Le Parcours d'une Commande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2011680" cy="1463040"/>
          </a:xfrm>
          <a:prstGeom prst="roundRect">
            <a:avLst>
              <a:gd name="adj" fmla="val 9375"/>
            </a:avLst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3774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51760" y="2103120"/>
            <a:ext cx="2011680" cy="1463040"/>
          </a:xfrm>
          <a:prstGeom prst="roundRect">
            <a:avLst>
              <a:gd name="adj" fmla="val 9375"/>
            </a:avLst>
          </a:prstGeom>
          <a:solidFill>
            <a:srgbClr val="667EEA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3774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2011680" cy="1463040"/>
          </a:xfrm>
          <a:prstGeom prst="roundRect">
            <a:avLst>
              <a:gd name="adj" fmla="val 9375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23774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406640" y="2103120"/>
            <a:ext cx="2011680" cy="1463040"/>
          </a:xfrm>
          <a:prstGeom prst="roundRect">
            <a:avLst>
              <a:gd name="adj" fmla="val 9375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Couture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18320" y="23774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784080" y="2103120"/>
            <a:ext cx="2011680" cy="1463040"/>
          </a:xfrm>
          <a:prstGeom prst="roundRect">
            <a:avLst>
              <a:gd name="adj" fmla="val 9375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4114800"/>
            <a:ext cx="3931920" cy="1280160"/>
          </a:xfrm>
          <a:prstGeom prst="roundRect">
            <a:avLst>
              <a:gd name="adj" fmla="val 10714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42062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Emballage → Expédition → Client reçoit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Votre Dashboard — Ce que Vous Verrez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Vue d'ensemble : commandes en attente, en cours, terminées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File d'attente avec détails complets (design HD, taille, couleur, quantité)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Changement de statut en 1 clic : Start → Done → Shipped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 Téléchargement des fichiers d'impression en haute résolution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Génération automatique d'étiquettes d'expédition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Statistiques de production en temps réel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Actions par lot : démarrer ou terminer plusieurs commandes à la fois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0" y="5486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Démo Live sur le laptop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Ce qu'on Vous Propose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03520" cy="4389120"/>
          </a:xfrm>
          <a:prstGeom prst="roundRect">
            <a:avLst>
              <a:gd name="adj" fmla="val 3125"/>
            </a:avLst>
          </a:prstGeom>
          <a:solidFill>
            <a:srgbClr val="1E1E3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Nous (We-Brand)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régulier de commandes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design HD prêts à imprimer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garanti (commandes pré-payées)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technique &amp; formation dashboard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et acquisition clients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03520" cy="4389120"/>
          </a:xfrm>
          <a:prstGeom prst="roundRect">
            <a:avLst>
              <a:gd name="adj" fmla="val 3125"/>
            </a:avLst>
          </a:prstGeom>
          <a:solidFill>
            <a:srgbClr val="1E1E3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737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Vous (L'Atelier)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fiable, qualité constante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Délais respectés (2-3 jours max)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transparente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 claire par jour/semaine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Flexibilité tailles, couleurs, supports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Stratégie de Prix — Décomposition T-Shirt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  <a:gridCol w="2468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Composant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Montant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du prix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Vêtement vierge (coton)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Impression DTG (A4)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Atelier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Marge Designer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 Plateforme (fixe + %)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Livraison (Grand Tunis)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Emballage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PRIX CLIENT FINAL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Simulations de Prix — Tous Produits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  <a:gridCol w="2468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Coût Atelier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Prix Vente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Marge Totale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T-Shirt DTG (A4)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T-Shirt DTG (A3)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Hoodie / Sweat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Mug Sublimation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Tote Bag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Casquette brodée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Marge totale = commission plateforme + marge designer (hors livraison)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 Stratégie de Livraison — Zones &amp; Tarifs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1371600"/>
                <a:gridCol w="2468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Villes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Délai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 1 — Grand Tunis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Tunis, Ariana, Ben Arous, Manouba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 j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 2 — Nord &amp; Cap Bon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Bizerte, Nabeul, Hammamet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 j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 3 — Centre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Sousse, Monastir, Sfax, Kairouan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 j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 4 — Sud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Gabès, Médenine, Gafsa, Tozeur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 j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 5 — International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Algérie, Libye, Europe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7-15 j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25-45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0" y="502920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5029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Livraison GRATUITE au-dessus de 60 TND — pousse le panier moyen ↑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💵 Qui Gagne Quoi — Répartition des Revenus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Atelier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TND (35.7%)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764BA2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0116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Designer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TND (11.9%)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0116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We-Brand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TND (14.3%)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61120" y="182880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0" y="20116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 Livraison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TND (16.7%)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20624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560320"/>
                <a:gridCol w="2651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Atelier/mois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Designers/mois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We-Brand/mois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cmd/mois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 cmd/mois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4,500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cmd/mois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 TND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Politique de Retour — Simple &amp; Claire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1E1E3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Retour / Échange Accepté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Défaut d'impression visible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Taille envoyée incorrecte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endommagé à la réception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: sous 7 jours après réception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1E1E3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737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Retour Refusé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Changement d'avis (produit personnalisé)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 légère de couleur (écran ≠ print)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client a commandé la mauvaise taille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Taux de retour prévu : 1-2% max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Dégressivité Volume — Gagnant-Gagnant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286000"/>
                <a:gridCol w="2926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Mensuel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Prix Atelier / Pièce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Remise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 Revenus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1-50 pièces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Prix standard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51-150 pièces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2,025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151-300 pièces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12.75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3,825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300+ pièces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3,600+ TND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Plus le volume augmente, plus vous gagnez en valeur absolue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avec un prix unitaire réduit.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Comment on Vous Paie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1E1E3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— À la Commande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dès qu'un lot est validé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(Recommandé au démarrage)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18288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1E1E36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— Hebdomadaire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27432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 de la semaine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chaque lundi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18288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1E1E3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 — Mensuel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0" y="27432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Facturation mensuelle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(Quand le volume grandit)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0" y="50292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5029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Garantie : On ne lance en production que les commandes DÉJÀ PAYÉES par le client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Pourquoi Travailler avec Nous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Zéro risque financier — vous ne produisez que ce qui est déjà payé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Volume croissant — notre objectif : 500+ commandes/mois d'ici 6 mois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Dashboard dédié — gestion de production simplifiée et professionnelle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Pas de stock à gérer — production à la demande uniquement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Marketing à notre charge — vous vous concentrez sur la production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Paiement flexible et garanti — à la commande, hebdo, ou mensuel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Possibilité de badge « Fabriqué par [Votre Atelier] » sur le site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Prochaines Étapes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572000"/>
                <a:gridCol w="22860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Délai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Envoyer 3 designs de test en HD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 soir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Produire 3 échantillons test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Atelier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 jours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Valider qualité + grille tarifaire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Ensemble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Même semaine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Créer compte atelier + formation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jour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pilote — 10-20 commandes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Ensemble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semaines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Debrief et ajustements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Ensemble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 février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Live public 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Février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1828800"/>
            <a:ext cx="12188952" cy="3200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pour votre temps !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peut commencer avec 3 échantillons.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engagement. Juste un test.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On fait un essai ensemble cette semaine 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We-Brand.shop  •  contact@we-brand.shop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We-Brand.shop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We-Brand.shop — Pitch Atelier POD</dc:title>
  <dc:subject>Réunion Atelier d'Impression &amp; Couture</dc:subject>
  <dc:creator>We-Brand.shop</dc:creator>
  <cp:lastModifiedBy>We-Brand.shop</cp:lastModifiedBy>
  <cp:revision>1</cp:revision>
  <dcterms:created xsi:type="dcterms:W3CDTF">2026-02-12T01:27:31Z</dcterms:created>
  <dcterms:modified xsi:type="dcterms:W3CDTF">2026-02-12T01:27:31Z</dcterms:modified>
</cp:coreProperties>
</file>